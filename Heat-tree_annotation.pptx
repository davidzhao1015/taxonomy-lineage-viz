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8"/>
  </p:normalViewPr>
  <p:slideViewPr>
    <p:cSldViewPr snapToGrid="0">
      <p:cViewPr>
        <p:scale>
          <a:sx n="95" d="100"/>
          <a:sy n="95" d="100"/>
        </p:scale>
        <p:origin x="14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4EC37-C158-F391-5D04-A336085CA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7CC3D-C17C-38A0-8AB2-BFBA79E89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48C0C-0996-D71C-E856-7E6620BEE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C1782-D228-11BB-EBE4-05B52209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09E6E-62AC-9AF0-1916-CF81FDC9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15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F01F-AE9E-323A-9031-CD9A4A41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2838F-622F-58D2-0F7A-3EE8079CD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6A6E5-48EE-28C9-3635-0D47AA7A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54109-EEF3-0DE4-03C3-346EC25AC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FE921-EDF3-BE25-4B7C-C5E311A7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5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D18A-1E99-21F8-F521-5E86F6CA2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DED75-2725-708D-C5C9-191B68BBB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C937F-B8F8-B442-4581-D156A48AF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4CE03-27C6-8BA4-6031-197DE667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7E4D3-DAEC-6678-2FC5-EBB77B6F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8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9A07-AD79-C7A6-F414-CDFDA940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91E54-A4B5-F2E0-F311-9C20CE19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E7418-3234-1629-DBCD-AFCEFF7BA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287E9-CFB8-E37D-8A5A-44ED01132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EC35-AC5F-9CE9-0D5D-2FB227F96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77EAA-8CCA-129D-E8A1-3888DB1F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9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0EF7-D3E5-2677-FABE-DDC923D2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840B0-E0AA-BA3D-55EB-9A6DF56EB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CFA25-6631-373A-487D-311FBBAAF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B7CBB-0158-C853-4EBF-AE53B9271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2AB6C-1795-A2D5-8ADE-0A950864A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7AF574-6184-7A37-FB2A-280258F69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1F52B-0EFA-F2F4-7976-CDFCEC81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3DA2A-6BB8-6ABC-D508-6143C8CD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9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838C-C329-2124-12EB-5DC2FBD8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E36B6-1F5D-9F89-E3E8-AA0A3442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C1ECE-63B7-CF9B-AA90-DE6ACA14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2FB4D-6D40-433E-D9B9-2F70578D1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6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D02CB-B551-3907-3FA1-181A4842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1C94E-DD77-CA7F-8FD2-08EED56B2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19302-BBB1-9B35-DBE9-DC603AA8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5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0248-135A-78A7-70F9-E2C7AC04A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311EF-E553-DA2E-A0C3-73E9518CF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1BC74-D36D-70CE-9FEE-DE8DDC8F1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96634-8368-BCF1-191C-55C549E8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BC925-C8A8-09B1-DB46-09C6D297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AB2CC-ECA3-EA89-CAB0-843B33E7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9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EDB5F-D398-E1C6-7945-D43A65894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19660-86E0-B3C8-073A-B2C4DCC1C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37D01-AC6E-FD2F-4294-3F8B185D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85E4A-CBCF-217D-5255-FB60B2BA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58F42-C2E3-1B33-C170-8E63A95D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33A56-25B4-05BE-2F75-B112B507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8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927A-F4D1-19C5-4D0B-1D47182E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0F2AE-772C-CE97-63A4-F508ABA73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4CAE8-A50A-11E5-DE56-E1924ACAC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70130-E30C-8EDE-EA87-3BEEE8DF7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501D6-92F3-59F2-5F1B-1D3D66AE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38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C5A54-EBDD-8587-D23D-83DA6365A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6F3CF-BF3A-775E-44C1-BAB820F7C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56642-7078-9785-6FB6-1C61A0E1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DF9BE-5E7F-5304-53F6-2FD8AE137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48B25-6EA7-456D-AB84-DCE5B83F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181B91-8A73-9C43-BFC5-3BC72AAD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4162B-C303-BB02-C9E0-705684BB8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1D866-3850-2B25-E949-F93A4150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C1364-0D93-CF4B-91C1-DFD523C3DABF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AC0B0-33C5-2EB9-D166-65B75BA5B5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8F21B-C493-5F7A-76ED-37207D732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6F9F1-3521-3340-8479-BC8F26218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56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1B3076-6F46-6C0A-84B6-927399D75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00" y="215153"/>
            <a:ext cx="10152000" cy="67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1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(David) Zhao</dc:creator>
  <cp:lastModifiedBy>Xin (David) Zhao</cp:lastModifiedBy>
  <cp:revision>1</cp:revision>
  <dcterms:created xsi:type="dcterms:W3CDTF">2025-08-20T03:12:42Z</dcterms:created>
  <dcterms:modified xsi:type="dcterms:W3CDTF">2025-08-20T03:14:13Z</dcterms:modified>
</cp:coreProperties>
</file>